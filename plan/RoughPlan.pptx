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1" r:id="rId3"/>
    <p:sldId id="262" r:id="rId4"/>
    <p:sldId id="263"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6" autoAdjust="0"/>
    <p:restoredTop sz="94660"/>
  </p:normalViewPr>
  <p:slideViewPr>
    <p:cSldViewPr snapToGrid="0">
      <p:cViewPr varScale="1">
        <p:scale>
          <a:sx n="81" d="100"/>
          <a:sy n="81" d="100"/>
        </p:scale>
        <p:origin x="114" y="16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7A7D3-CFD7-40E9-E0F9-08A508072F8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6D1DCC3-C2C0-54F9-4620-29FE7C9650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51515D0D-8F76-10A1-C2C7-9B88BF087B68}"/>
              </a:ext>
            </a:extLst>
          </p:cNvPr>
          <p:cNvSpPr>
            <a:spLocks noGrp="1"/>
          </p:cNvSpPr>
          <p:nvPr>
            <p:ph type="dt" sz="half" idx="10"/>
          </p:nvPr>
        </p:nvSpPr>
        <p:spPr/>
        <p:txBody>
          <a:bodyPr/>
          <a:lstStyle/>
          <a:p>
            <a:fld id="{15813229-C2CF-4ACB-BBFE-1CDDE76A8676}" type="datetimeFigureOut">
              <a:rPr lang="en-GB" smtClean="0"/>
              <a:t>08/08/2026</a:t>
            </a:fld>
            <a:endParaRPr lang="en-GB"/>
          </a:p>
        </p:txBody>
      </p:sp>
      <p:sp>
        <p:nvSpPr>
          <p:cNvPr id="5" name="Footer Placeholder 4">
            <a:extLst>
              <a:ext uri="{FF2B5EF4-FFF2-40B4-BE49-F238E27FC236}">
                <a16:creationId xmlns:a16="http://schemas.microsoft.com/office/drawing/2014/main" id="{D07446F4-43C5-A926-9BAA-E7FC2ED0DA5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B7148E5-5A1B-D6A8-AC1D-13A3860A41C4}"/>
              </a:ext>
            </a:extLst>
          </p:cNvPr>
          <p:cNvSpPr>
            <a:spLocks noGrp="1"/>
          </p:cNvSpPr>
          <p:nvPr>
            <p:ph type="sldNum" sz="quarter" idx="12"/>
          </p:nvPr>
        </p:nvSpPr>
        <p:spPr/>
        <p:txBody>
          <a:bodyPr/>
          <a:lstStyle/>
          <a:p>
            <a:fld id="{43A1BC7B-86D6-42D0-82DB-C1B26D92C6F1}" type="slidenum">
              <a:rPr lang="en-GB" smtClean="0"/>
              <a:t>‹#›</a:t>
            </a:fld>
            <a:endParaRPr lang="en-GB"/>
          </a:p>
        </p:txBody>
      </p:sp>
    </p:spTree>
    <p:extLst>
      <p:ext uri="{BB962C8B-B14F-4D97-AF65-F5344CB8AC3E}">
        <p14:creationId xmlns:p14="http://schemas.microsoft.com/office/powerpoint/2010/main" val="23757588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3CA6B-49E6-D05D-FDAA-D8936D0198F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8CD9174-3245-4529-C3C3-9DA954B2A2D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A01C0DB-F38A-3F63-C4BA-32DB13D59B44}"/>
              </a:ext>
            </a:extLst>
          </p:cNvPr>
          <p:cNvSpPr>
            <a:spLocks noGrp="1"/>
          </p:cNvSpPr>
          <p:nvPr>
            <p:ph type="dt" sz="half" idx="10"/>
          </p:nvPr>
        </p:nvSpPr>
        <p:spPr/>
        <p:txBody>
          <a:bodyPr/>
          <a:lstStyle/>
          <a:p>
            <a:fld id="{15813229-C2CF-4ACB-BBFE-1CDDE76A8676}" type="datetimeFigureOut">
              <a:rPr lang="en-GB" smtClean="0"/>
              <a:t>08/08/2026</a:t>
            </a:fld>
            <a:endParaRPr lang="en-GB"/>
          </a:p>
        </p:txBody>
      </p:sp>
      <p:sp>
        <p:nvSpPr>
          <p:cNvPr id="5" name="Footer Placeholder 4">
            <a:extLst>
              <a:ext uri="{FF2B5EF4-FFF2-40B4-BE49-F238E27FC236}">
                <a16:creationId xmlns:a16="http://schemas.microsoft.com/office/drawing/2014/main" id="{6EC11CFE-F8C8-78E1-B673-C591EAE184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3650FED-FD5B-7D2B-430C-9D587E56BD5D}"/>
              </a:ext>
            </a:extLst>
          </p:cNvPr>
          <p:cNvSpPr>
            <a:spLocks noGrp="1"/>
          </p:cNvSpPr>
          <p:nvPr>
            <p:ph type="sldNum" sz="quarter" idx="12"/>
          </p:nvPr>
        </p:nvSpPr>
        <p:spPr/>
        <p:txBody>
          <a:bodyPr/>
          <a:lstStyle/>
          <a:p>
            <a:fld id="{43A1BC7B-86D6-42D0-82DB-C1B26D92C6F1}" type="slidenum">
              <a:rPr lang="en-GB" smtClean="0"/>
              <a:t>‹#›</a:t>
            </a:fld>
            <a:endParaRPr lang="en-GB"/>
          </a:p>
        </p:txBody>
      </p:sp>
    </p:spTree>
    <p:extLst>
      <p:ext uri="{BB962C8B-B14F-4D97-AF65-F5344CB8AC3E}">
        <p14:creationId xmlns:p14="http://schemas.microsoft.com/office/powerpoint/2010/main" val="35278338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33AF9-C082-D659-96F4-9B3147704FD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E4B1EF3-EA51-0606-EFDC-D868D9D592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AD2558-3E23-E6F8-DDDF-D877B6BE02E8}"/>
              </a:ext>
            </a:extLst>
          </p:cNvPr>
          <p:cNvSpPr>
            <a:spLocks noGrp="1"/>
          </p:cNvSpPr>
          <p:nvPr>
            <p:ph type="dt" sz="half" idx="10"/>
          </p:nvPr>
        </p:nvSpPr>
        <p:spPr/>
        <p:txBody>
          <a:bodyPr/>
          <a:lstStyle/>
          <a:p>
            <a:fld id="{15813229-C2CF-4ACB-BBFE-1CDDE76A8676}" type="datetimeFigureOut">
              <a:rPr lang="en-GB" smtClean="0"/>
              <a:t>08/08/2026</a:t>
            </a:fld>
            <a:endParaRPr lang="en-GB"/>
          </a:p>
        </p:txBody>
      </p:sp>
      <p:sp>
        <p:nvSpPr>
          <p:cNvPr id="5" name="Footer Placeholder 4">
            <a:extLst>
              <a:ext uri="{FF2B5EF4-FFF2-40B4-BE49-F238E27FC236}">
                <a16:creationId xmlns:a16="http://schemas.microsoft.com/office/drawing/2014/main" id="{506DF7CE-C9F2-7FFB-8A6D-04294BA6E76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2082932-7043-91A3-A6A1-0B939DF0C4A3}"/>
              </a:ext>
            </a:extLst>
          </p:cNvPr>
          <p:cNvSpPr>
            <a:spLocks noGrp="1"/>
          </p:cNvSpPr>
          <p:nvPr>
            <p:ph type="sldNum" sz="quarter" idx="12"/>
          </p:nvPr>
        </p:nvSpPr>
        <p:spPr/>
        <p:txBody>
          <a:bodyPr/>
          <a:lstStyle/>
          <a:p>
            <a:fld id="{43A1BC7B-86D6-42D0-82DB-C1B26D92C6F1}" type="slidenum">
              <a:rPr lang="en-GB" smtClean="0"/>
              <a:t>‹#›</a:t>
            </a:fld>
            <a:endParaRPr lang="en-GB"/>
          </a:p>
        </p:txBody>
      </p:sp>
    </p:spTree>
    <p:extLst>
      <p:ext uri="{BB962C8B-B14F-4D97-AF65-F5344CB8AC3E}">
        <p14:creationId xmlns:p14="http://schemas.microsoft.com/office/powerpoint/2010/main" val="11675739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2AFEE-D972-43AC-4A2B-9FA9F4B5AD62}"/>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7A94BD1-C470-9694-F34B-A5D7F60E56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732E41E9-73EE-96EB-5DDB-F5832F83C3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5C89514-ACC8-94F4-0A4F-72F610B7EC6E}"/>
              </a:ext>
            </a:extLst>
          </p:cNvPr>
          <p:cNvSpPr>
            <a:spLocks noGrp="1"/>
          </p:cNvSpPr>
          <p:nvPr>
            <p:ph type="dt" sz="half" idx="10"/>
          </p:nvPr>
        </p:nvSpPr>
        <p:spPr/>
        <p:txBody>
          <a:bodyPr/>
          <a:lstStyle/>
          <a:p>
            <a:fld id="{15813229-C2CF-4ACB-BBFE-1CDDE76A8676}" type="datetimeFigureOut">
              <a:rPr lang="en-GB" smtClean="0"/>
              <a:t>08/08/2026</a:t>
            </a:fld>
            <a:endParaRPr lang="en-GB"/>
          </a:p>
        </p:txBody>
      </p:sp>
      <p:sp>
        <p:nvSpPr>
          <p:cNvPr id="6" name="Footer Placeholder 5">
            <a:extLst>
              <a:ext uri="{FF2B5EF4-FFF2-40B4-BE49-F238E27FC236}">
                <a16:creationId xmlns:a16="http://schemas.microsoft.com/office/drawing/2014/main" id="{01AC4DF7-11B5-9956-B70D-A05D1A5789E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F675EEF-0944-87E2-CD59-3B35712AD143}"/>
              </a:ext>
            </a:extLst>
          </p:cNvPr>
          <p:cNvSpPr>
            <a:spLocks noGrp="1"/>
          </p:cNvSpPr>
          <p:nvPr>
            <p:ph type="sldNum" sz="quarter" idx="12"/>
          </p:nvPr>
        </p:nvSpPr>
        <p:spPr/>
        <p:txBody>
          <a:bodyPr/>
          <a:lstStyle/>
          <a:p>
            <a:fld id="{43A1BC7B-86D6-42D0-82DB-C1B26D92C6F1}" type="slidenum">
              <a:rPr lang="en-GB" smtClean="0"/>
              <a:t>‹#›</a:t>
            </a:fld>
            <a:endParaRPr lang="en-GB"/>
          </a:p>
        </p:txBody>
      </p:sp>
    </p:spTree>
    <p:extLst>
      <p:ext uri="{BB962C8B-B14F-4D97-AF65-F5344CB8AC3E}">
        <p14:creationId xmlns:p14="http://schemas.microsoft.com/office/powerpoint/2010/main" val="1136562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A7CAA-8176-CA5B-8BED-5FCE14C9524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7711619-3E6A-D136-BBA2-CAFF689F8E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C2BF59-0EFA-8B09-AC41-15322E1F46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28A7A27-8454-61AA-59C1-8973EA8BC8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62EB24-D26C-5A65-E83C-E394A38920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543E3F1-A288-29F3-6C95-49B509374D99}"/>
              </a:ext>
            </a:extLst>
          </p:cNvPr>
          <p:cNvSpPr>
            <a:spLocks noGrp="1"/>
          </p:cNvSpPr>
          <p:nvPr>
            <p:ph type="dt" sz="half" idx="10"/>
          </p:nvPr>
        </p:nvSpPr>
        <p:spPr/>
        <p:txBody>
          <a:bodyPr/>
          <a:lstStyle/>
          <a:p>
            <a:fld id="{15813229-C2CF-4ACB-BBFE-1CDDE76A8676}" type="datetimeFigureOut">
              <a:rPr lang="en-GB" smtClean="0"/>
              <a:t>08/08/2026</a:t>
            </a:fld>
            <a:endParaRPr lang="en-GB"/>
          </a:p>
        </p:txBody>
      </p:sp>
      <p:sp>
        <p:nvSpPr>
          <p:cNvPr id="8" name="Footer Placeholder 7">
            <a:extLst>
              <a:ext uri="{FF2B5EF4-FFF2-40B4-BE49-F238E27FC236}">
                <a16:creationId xmlns:a16="http://schemas.microsoft.com/office/drawing/2014/main" id="{37AEAD8D-B263-20BB-CC12-7ECBE819B34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952D787-32B7-F5B1-0ED2-6AA97FD13B96}"/>
              </a:ext>
            </a:extLst>
          </p:cNvPr>
          <p:cNvSpPr>
            <a:spLocks noGrp="1"/>
          </p:cNvSpPr>
          <p:nvPr>
            <p:ph type="sldNum" sz="quarter" idx="12"/>
          </p:nvPr>
        </p:nvSpPr>
        <p:spPr/>
        <p:txBody>
          <a:bodyPr/>
          <a:lstStyle/>
          <a:p>
            <a:fld id="{43A1BC7B-86D6-42D0-82DB-C1B26D92C6F1}" type="slidenum">
              <a:rPr lang="en-GB" smtClean="0"/>
              <a:t>‹#›</a:t>
            </a:fld>
            <a:endParaRPr lang="en-GB"/>
          </a:p>
        </p:txBody>
      </p:sp>
    </p:spTree>
    <p:extLst>
      <p:ext uri="{BB962C8B-B14F-4D97-AF65-F5344CB8AC3E}">
        <p14:creationId xmlns:p14="http://schemas.microsoft.com/office/powerpoint/2010/main" val="2234184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A30676-7844-84DC-30FA-02CE08330EF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EAD0C22-42AB-E4C9-1CA6-9427FF14A090}"/>
              </a:ext>
            </a:extLst>
          </p:cNvPr>
          <p:cNvSpPr>
            <a:spLocks noGrp="1"/>
          </p:cNvSpPr>
          <p:nvPr>
            <p:ph type="dt" sz="half" idx="10"/>
          </p:nvPr>
        </p:nvSpPr>
        <p:spPr/>
        <p:txBody>
          <a:bodyPr/>
          <a:lstStyle/>
          <a:p>
            <a:fld id="{15813229-C2CF-4ACB-BBFE-1CDDE76A8676}" type="datetimeFigureOut">
              <a:rPr lang="en-GB" smtClean="0"/>
              <a:t>08/08/2026</a:t>
            </a:fld>
            <a:endParaRPr lang="en-GB"/>
          </a:p>
        </p:txBody>
      </p:sp>
      <p:sp>
        <p:nvSpPr>
          <p:cNvPr id="4" name="Footer Placeholder 3">
            <a:extLst>
              <a:ext uri="{FF2B5EF4-FFF2-40B4-BE49-F238E27FC236}">
                <a16:creationId xmlns:a16="http://schemas.microsoft.com/office/drawing/2014/main" id="{BE389CB1-6595-DCAD-03B7-24A7C3F2F35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AA8AFE1-E74A-D003-ACB9-1ADD30951C8B}"/>
              </a:ext>
            </a:extLst>
          </p:cNvPr>
          <p:cNvSpPr>
            <a:spLocks noGrp="1"/>
          </p:cNvSpPr>
          <p:nvPr>
            <p:ph type="sldNum" sz="quarter" idx="12"/>
          </p:nvPr>
        </p:nvSpPr>
        <p:spPr/>
        <p:txBody>
          <a:bodyPr/>
          <a:lstStyle/>
          <a:p>
            <a:fld id="{43A1BC7B-86D6-42D0-82DB-C1B26D92C6F1}" type="slidenum">
              <a:rPr lang="en-GB" smtClean="0"/>
              <a:t>‹#›</a:t>
            </a:fld>
            <a:endParaRPr lang="en-GB"/>
          </a:p>
        </p:txBody>
      </p:sp>
    </p:spTree>
    <p:extLst>
      <p:ext uri="{BB962C8B-B14F-4D97-AF65-F5344CB8AC3E}">
        <p14:creationId xmlns:p14="http://schemas.microsoft.com/office/powerpoint/2010/main" val="33845681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CAFBCD-CD43-7872-C27E-B2392F351E66}"/>
              </a:ext>
            </a:extLst>
          </p:cNvPr>
          <p:cNvSpPr>
            <a:spLocks noGrp="1"/>
          </p:cNvSpPr>
          <p:nvPr>
            <p:ph type="dt" sz="half" idx="10"/>
          </p:nvPr>
        </p:nvSpPr>
        <p:spPr/>
        <p:txBody>
          <a:bodyPr/>
          <a:lstStyle/>
          <a:p>
            <a:fld id="{15813229-C2CF-4ACB-BBFE-1CDDE76A8676}" type="datetimeFigureOut">
              <a:rPr lang="en-GB" smtClean="0"/>
              <a:t>08/08/2026</a:t>
            </a:fld>
            <a:endParaRPr lang="en-GB"/>
          </a:p>
        </p:txBody>
      </p:sp>
      <p:sp>
        <p:nvSpPr>
          <p:cNvPr id="3" name="Footer Placeholder 2">
            <a:extLst>
              <a:ext uri="{FF2B5EF4-FFF2-40B4-BE49-F238E27FC236}">
                <a16:creationId xmlns:a16="http://schemas.microsoft.com/office/drawing/2014/main" id="{A8CA3950-ACB6-AD4B-5E68-4AE6ABDEE2E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40B5319-9AE1-DC1F-26CA-C8DEDBCF96B0}"/>
              </a:ext>
            </a:extLst>
          </p:cNvPr>
          <p:cNvSpPr>
            <a:spLocks noGrp="1"/>
          </p:cNvSpPr>
          <p:nvPr>
            <p:ph type="sldNum" sz="quarter" idx="12"/>
          </p:nvPr>
        </p:nvSpPr>
        <p:spPr/>
        <p:txBody>
          <a:bodyPr/>
          <a:lstStyle/>
          <a:p>
            <a:fld id="{43A1BC7B-86D6-42D0-82DB-C1B26D92C6F1}" type="slidenum">
              <a:rPr lang="en-GB" smtClean="0"/>
              <a:t>‹#›</a:t>
            </a:fld>
            <a:endParaRPr lang="en-GB"/>
          </a:p>
        </p:txBody>
      </p:sp>
    </p:spTree>
    <p:extLst>
      <p:ext uri="{BB962C8B-B14F-4D97-AF65-F5344CB8AC3E}">
        <p14:creationId xmlns:p14="http://schemas.microsoft.com/office/powerpoint/2010/main" val="575392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0F829-F482-F2A6-4779-15D43EA2C7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718DF20-5E6D-E0D7-4EE1-FAF576CAB8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C5A911C-DB2D-F26D-E2E4-C2559C8374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9C4B28-4D5A-48A0-DA6C-8B035CDEFA56}"/>
              </a:ext>
            </a:extLst>
          </p:cNvPr>
          <p:cNvSpPr>
            <a:spLocks noGrp="1"/>
          </p:cNvSpPr>
          <p:nvPr>
            <p:ph type="dt" sz="half" idx="10"/>
          </p:nvPr>
        </p:nvSpPr>
        <p:spPr/>
        <p:txBody>
          <a:bodyPr/>
          <a:lstStyle/>
          <a:p>
            <a:fld id="{15813229-C2CF-4ACB-BBFE-1CDDE76A8676}" type="datetimeFigureOut">
              <a:rPr lang="en-GB" smtClean="0"/>
              <a:t>08/08/2026</a:t>
            </a:fld>
            <a:endParaRPr lang="en-GB"/>
          </a:p>
        </p:txBody>
      </p:sp>
      <p:sp>
        <p:nvSpPr>
          <p:cNvPr id="6" name="Footer Placeholder 5">
            <a:extLst>
              <a:ext uri="{FF2B5EF4-FFF2-40B4-BE49-F238E27FC236}">
                <a16:creationId xmlns:a16="http://schemas.microsoft.com/office/drawing/2014/main" id="{3065AE53-0336-3E2D-1E4B-D4526A1A066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4E780F7-D461-7BB3-AEC1-EFDBA811EC3B}"/>
              </a:ext>
            </a:extLst>
          </p:cNvPr>
          <p:cNvSpPr>
            <a:spLocks noGrp="1"/>
          </p:cNvSpPr>
          <p:nvPr>
            <p:ph type="sldNum" sz="quarter" idx="12"/>
          </p:nvPr>
        </p:nvSpPr>
        <p:spPr/>
        <p:txBody>
          <a:bodyPr/>
          <a:lstStyle/>
          <a:p>
            <a:fld id="{43A1BC7B-86D6-42D0-82DB-C1B26D92C6F1}" type="slidenum">
              <a:rPr lang="en-GB" smtClean="0"/>
              <a:t>‹#›</a:t>
            </a:fld>
            <a:endParaRPr lang="en-GB"/>
          </a:p>
        </p:txBody>
      </p:sp>
    </p:spTree>
    <p:extLst>
      <p:ext uri="{BB962C8B-B14F-4D97-AF65-F5344CB8AC3E}">
        <p14:creationId xmlns:p14="http://schemas.microsoft.com/office/powerpoint/2010/main" val="3008147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7E60D-3E93-37C7-B119-D19E162F11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13E8E61-7BDD-44FE-4386-B72659072B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BE9790AB-508E-8334-A94F-07A00C4F56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ED5843-FF4E-A096-BDBC-8C95D385E2A8}"/>
              </a:ext>
            </a:extLst>
          </p:cNvPr>
          <p:cNvSpPr>
            <a:spLocks noGrp="1"/>
          </p:cNvSpPr>
          <p:nvPr>
            <p:ph type="dt" sz="half" idx="10"/>
          </p:nvPr>
        </p:nvSpPr>
        <p:spPr/>
        <p:txBody>
          <a:bodyPr/>
          <a:lstStyle/>
          <a:p>
            <a:fld id="{15813229-C2CF-4ACB-BBFE-1CDDE76A8676}" type="datetimeFigureOut">
              <a:rPr lang="en-GB" smtClean="0"/>
              <a:t>08/08/2026</a:t>
            </a:fld>
            <a:endParaRPr lang="en-GB"/>
          </a:p>
        </p:txBody>
      </p:sp>
      <p:sp>
        <p:nvSpPr>
          <p:cNvPr id="6" name="Footer Placeholder 5">
            <a:extLst>
              <a:ext uri="{FF2B5EF4-FFF2-40B4-BE49-F238E27FC236}">
                <a16:creationId xmlns:a16="http://schemas.microsoft.com/office/drawing/2014/main" id="{027DE301-58FB-CD02-609A-8D7746202B6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C6D58B3-8A76-4A6A-CEE9-B524869B0FC6}"/>
              </a:ext>
            </a:extLst>
          </p:cNvPr>
          <p:cNvSpPr>
            <a:spLocks noGrp="1"/>
          </p:cNvSpPr>
          <p:nvPr>
            <p:ph type="sldNum" sz="quarter" idx="12"/>
          </p:nvPr>
        </p:nvSpPr>
        <p:spPr/>
        <p:txBody>
          <a:bodyPr/>
          <a:lstStyle/>
          <a:p>
            <a:fld id="{43A1BC7B-86D6-42D0-82DB-C1B26D92C6F1}" type="slidenum">
              <a:rPr lang="en-GB" smtClean="0"/>
              <a:t>‹#›</a:t>
            </a:fld>
            <a:endParaRPr lang="en-GB"/>
          </a:p>
        </p:txBody>
      </p:sp>
    </p:spTree>
    <p:extLst>
      <p:ext uri="{BB962C8B-B14F-4D97-AF65-F5344CB8AC3E}">
        <p14:creationId xmlns:p14="http://schemas.microsoft.com/office/powerpoint/2010/main" val="1720147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D108FD-1C4C-1397-DEB1-7281F84A4CD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E5D25C8-2A89-68F0-25CC-C84B2F62F3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787810B-FCA6-6030-A72C-D75E532F4314}"/>
              </a:ext>
            </a:extLst>
          </p:cNvPr>
          <p:cNvSpPr>
            <a:spLocks noGrp="1"/>
          </p:cNvSpPr>
          <p:nvPr>
            <p:ph type="dt" sz="half" idx="10"/>
          </p:nvPr>
        </p:nvSpPr>
        <p:spPr/>
        <p:txBody>
          <a:bodyPr/>
          <a:lstStyle/>
          <a:p>
            <a:fld id="{15813229-C2CF-4ACB-BBFE-1CDDE76A8676}" type="datetimeFigureOut">
              <a:rPr lang="en-GB" smtClean="0"/>
              <a:t>08/08/2026</a:t>
            </a:fld>
            <a:endParaRPr lang="en-GB"/>
          </a:p>
        </p:txBody>
      </p:sp>
      <p:sp>
        <p:nvSpPr>
          <p:cNvPr id="5" name="Footer Placeholder 4">
            <a:extLst>
              <a:ext uri="{FF2B5EF4-FFF2-40B4-BE49-F238E27FC236}">
                <a16:creationId xmlns:a16="http://schemas.microsoft.com/office/drawing/2014/main" id="{83BD7A22-8C22-4AF3-F906-2AF829FADA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6D0D795-6AE7-0D80-D2D5-3E8C0AF0360F}"/>
              </a:ext>
            </a:extLst>
          </p:cNvPr>
          <p:cNvSpPr>
            <a:spLocks noGrp="1"/>
          </p:cNvSpPr>
          <p:nvPr>
            <p:ph type="sldNum" sz="quarter" idx="12"/>
          </p:nvPr>
        </p:nvSpPr>
        <p:spPr/>
        <p:txBody>
          <a:bodyPr/>
          <a:lstStyle/>
          <a:p>
            <a:fld id="{43A1BC7B-86D6-42D0-82DB-C1B26D92C6F1}" type="slidenum">
              <a:rPr lang="en-GB" smtClean="0"/>
              <a:t>‹#›</a:t>
            </a:fld>
            <a:endParaRPr lang="en-GB"/>
          </a:p>
        </p:txBody>
      </p:sp>
    </p:spTree>
    <p:extLst>
      <p:ext uri="{BB962C8B-B14F-4D97-AF65-F5344CB8AC3E}">
        <p14:creationId xmlns:p14="http://schemas.microsoft.com/office/powerpoint/2010/main" val="6276617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0263F-D01C-2D0F-9E89-44BA4942BC8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5374A8A5-270E-FA96-449E-8D6B2BCBE8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AC18C9-9B71-C806-FB9C-39ACFD126C8C}"/>
              </a:ext>
            </a:extLst>
          </p:cNvPr>
          <p:cNvSpPr>
            <a:spLocks noGrp="1"/>
          </p:cNvSpPr>
          <p:nvPr>
            <p:ph type="dt" sz="half" idx="10"/>
          </p:nvPr>
        </p:nvSpPr>
        <p:spPr/>
        <p:txBody>
          <a:bodyPr/>
          <a:lstStyle/>
          <a:p>
            <a:fld id="{15813229-C2CF-4ACB-BBFE-1CDDE76A8676}" type="datetimeFigureOut">
              <a:rPr lang="en-GB" smtClean="0"/>
              <a:t>08/08/2026</a:t>
            </a:fld>
            <a:endParaRPr lang="en-GB"/>
          </a:p>
        </p:txBody>
      </p:sp>
      <p:sp>
        <p:nvSpPr>
          <p:cNvPr id="5" name="Footer Placeholder 4">
            <a:extLst>
              <a:ext uri="{FF2B5EF4-FFF2-40B4-BE49-F238E27FC236}">
                <a16:creationId xmlns:a16="http://schemas.microsoft.com/office/drawing/2014/main" id="{9D1B209C-FA88-479D-C183-32E398E4777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3BFF28B-1320-A9AE-29F7-6A5D8FD15FDB}"/>
              </a:ext>
            </a:extLst>
          </p:cNvPr>
          <p:cNvSpPr>
            <a:spLocks noGrp="1"/>
          </p:cNvSpPr>
          <p:nvPr>
            <p:ph type="sldNum" sz="quarter" idx="12"/>
          </p:nvPr>
        </p:nvSpPr>
        <p:spPr/>
        <p:txBody>
          <a:bodyPr/>
          <a:lstStyle/>
          <a:p>
            <a:fld id="{43A1BC7B-86D6-42D0-82DB-C1B26D92C6F1}" type="slidenum">
              <a:rPr lang="en-GB" smtClean="0"/>
              <a:t>‹#›</a:t>
            </a:fld>
            <a:endParaRPr lang="en-GB"/>
          </a:p>
        </p:txBody>
      </p:sp>
    </p:spTree>
    <p:extLst>
      <p:ext uri="{BB962C8B-B14F-4D97-AF65-F5344CB8AC3E}">
        <p14:creationId xmlns:p14="http://schemas.microsoft.com/office/powerpoint/2010/main" val="2199579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12C51A-49A8-0F03-BCD0-BEE9A6838D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AA2D68C-E363-DB77-C4CE-7335E5900AC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AF15762-3CB3-6D4B-2C2F-E133FDE027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813229-C2CF-4ACB-BBFE-1CDDE76A8676}" type="datetimeFigureOut">
              <a:rPr lang="en-GB" smtClean="0"/>
              <a:t>08/08/2026</a:t>
            </a:fld>
            <a:endParaRPr lang="en-GB"/>
          </a:p>
        </p:txBody>
      </p:sp>
      <p:sp>
        <p:nvSpPr>
          <p:cNvPr id="5" name="Footer Placeholder 4">
            <a:extLst>
              <a:ext uri="{FF2B5EF4-FFF2-40B4-BE49-F238E27FC236}">
                <a16:creationId xmlns:a16="http://schemas.microsoft.com/office/drawing/2014/main" id="{FD664A4F-D378-F8EC-041D-529EBFC295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B9C1A167-C2DA-23F8-87B4-40065CB6FC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3A1BC7B-86D6-42D0-82DB-C1B26D92C6F1}" type="slidenum">
              <a:rPr lang="en-GB" smtClean="0"/>
              <a:t>‹#›</a:t>
            </a:fld>
            <a:endParaRPr lang="en-GB"/>
          </a:p>
        </p:txBody>
      </p:sp>
    </p:spTree>
    <p:extLst>
      <p:ext uri="{BB962C8B-B14F-4D97-AF65-F5344CB8AC3E}">
        <p14:creationId xmlns:p14="http://schemas.microsoft.com/office/powerpoint/2010/main" val="31240834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A1D62E2-499E-8F15-BB14-C6FCE681D04D}"/>
              </a:ext>
            </a:extLst>
          </p:cNvPr>
          <p:cNvSpPr/>
          <p:nvPr/>
        </p:nvSpPr>
        <p:spPr>
          <a:xfrm>
            <a:off x="142504" y="83127"/>
            <a:ext cx="1864426"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FEFL CLUB</a:t>
            </a:r>
          </a:p>
        </p:txBody>
      </p:sp>
      <p:sp>
        <p:nvSpPr>
          <p:cNvPr id="7" name="Rectangle 6">
            <a:extLst>
              <a:ext uri="{FF2B5EF4-FFF2-40B4-BE49-F238E27FC236}">
                <a16:creationId xmlns:a16="http://schemas.microsoft.com/office/drawing/2014/main" id="{25AC5E89-D14B-37EC-E74D-825CF64A140A}"/>
              </a:ext>
            </a:extLst>
          </p:cNvPr>
          <p:cNvSpPr/>
          <p:nvPr/>
        </p:nvSpPr>
        <p:spPr>
          <a:xfrm>
            <a:off x="6031180"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Player Projections</a:t>
            </a:r>
          </a:p>
        </p:txBody>
      </p:sp>
      <p:sp>
        <p:nvSpPr>
          <p:cNvPr id="9" name="Rectangle 8">
            <a:extLst>
              <a:ext uri="{FF2B5EF4-FFF2-40B4-BE49-F238E27FC236}">
                <a16:creationId xmlns:a16="http://schemas.microsoft.com/office/drawing/2014/main" id="{78EBB564-E275-592C-8FED-DDC46E5032F8}"/>
              </a:ext>
            </a:extLst>
          </p:cNvPr>
          <p:cNvSpPr/>
          <p:nvPr/>
        </p:nvSpPr>
        <p:spPr>
          <a:xfrm>
            <a:off x="4166754" y="83127"/>
            <a:ext cx="1864426"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Team Planner</a:t>
            </a:r>
          </a:p>
        </p:txBody>
      </p:sp>
      <p:sp>
        <p:nvSpPr>
          <p:cNvPr id="11" name="Rectangle 10">
            <a:extLst>
              <a:ext uri="{FF2B5EF4-FFF2-40B4-BE49-F238E27FC236}">
                <a16:creationId xmlns:a16="http://schemas.microsoft.com/office/drawing/2014/main" id="{19DEF979-E10C-BA80-527F-FF41EA1F33B3}"/>
              </a:ext>
            </a:extLst>
          </p:cNvPr>
          <p:cNvSpPr/>
          <p:nvPr/>
        </p:nvSpPr>
        <p:spPr>
          <a:xfrm>
            <a:off x="7992587"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Team Projections</a:t>
            </a:r>
          </a:p>
        </p:txBody>
      </p:sp>
      <p:sp>
        <p:nvSpPr>
          <p:cNvPr id="13" name="Rectangle 12">
            <a:extLst>
              <a:ext uri="{FF2B5EF4-FFF2-40B4-BE49-F238E27FC236}">
                <a16:creationId xmlns:a16="http://schemas.microsoft.com/office/drawing/2014/main" id="{2631105A-AF9A-FCCD-FA1C-3826E17CA6E5}"/>
              </a:ext>
            </a:extLst>
          </p:cNvPr>
          <p:cNvSpPr/>
          <p:nvPr/>
        </p:nvSpPr>
        <p:spPr>
          <a:xfrm>
            <a:off x="9953994"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Historical Data</a:t>
            </a:r>
          </a:p>
        </p:txBody>
      </p:sp>
      <p:pic>
        <p:nvPicPr>
          <p:cNvPr id="16" name="Picture 15">
            <a:extLst>
              <a:ext uri="{FF2B5EF4-FFF2-40B4-BE49-F238E27FC236}">
                <a16:creationId xmlns:a16="http://schemas.microsoft.com/office/drawing/2014/main" id="{CFC9F292-C93B-13A2-82E8-468AED44A753}"/>
              </a:ext>
            </a:extLst>
          </p:cNvPr>
          <p:cNvPicPr>
            <a:picLocks noChangeAspect="1"/>
          </p:cNvPicPr>
          <p:nvPr/>
        </p:nvPicPr>
        <p:blipFill>
          <a:blip r:embed="rId2"/>
          <a:stretch>
            <a:fillRect/>
          </a:stretch>
        </p:blipFill>
        <p:spPr>
          <a:xfrm>
            <a:off x="142504" y="1520040"/>
            <a:ext cx="4826808" cy="5073723"/>
          </a:xfrm>
          <a:prstGeom prst="rect">
            <a:avLst/>
          </a:prstGeom>
        </p:spPr>
      </p:pic>
      <p:sp>
        <p:nvSpPr>
          <p:cNvPr id="18" name="Rectangle 17">
            <a:extLst>
              <a:ext uri="{FF2B5EF4-FFF2-40B4-BE49-F238E27FC236}">
                <a16:creationId xmlns:a16="http://schemas.microsoft.com/office/drawing/2014/main" id="{F4460B2C-6849-F20B-E746-83A42DD64385}"/>
              </a:ext>
            </a:extLst>
          </p:cNvPr>
          <p:cNvSpPr/>
          <p:nvPr/>
        </p:nvSpPr>
        <p:spPr>
          <a:xfrm>
            <a:off x="142504" y="1520040"/>
            <a:ext cx="1151906"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Chips Available</a:t>
            </a:r>
          </a:p>
        </p:txBody>
      </p:sp>
      <p:sp>
        <p:nvSpPr>
          <p:cNvPr id="24" name="Rectangle 23">
            <a:extLst>
              <a:ext uri="{FF2B5EF4-FFF2-40B4-BE49-F238E27FC236}">
                <a16:creationId xmlns:a16="http://schemas.microsoft.com/office/drawing/2014/main" id="{20BEF0A5-3DFD-1DBE-B4CD-823224190F5B}"/>
              </a:ext>
            </a:extLst>
          </p:cNvPr>
          <p:cNvSpPr/>
          <p:nvPr/>
        </p:nvSpPr>
        <p:spPr>
          <a:xfrm>
            <a:off x="1599210" y="2454728"/>
            <a:ext cx="1151906"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Xpts</a:t>
            </a:r>
            <a:r>
              <a:rPr lang="en-GB" sz="1100" dirty="0"/>
              <a:t>, </a:t>
            </a:r>
            <a:r>
              <a:rPr lang="en-GB" sz="1100" dirty="0" err="1"/>
              <a:t>xmins</a:t>
            </a:r>
            <a:r>
              <a:rPr lang="en-GB" sz="1100" dirty="0"/>
              <a:t>, </a:t>
            </a:r>
            <a:r>
              <a:rPr lang="en-GB" sz="1100" dirty="0" err="1"/>
              <a:t>opp</a:t>
            </a:r>
            <a:endParaRPr lang="en-GB" sz="1100" dirty="0"/>
          </a:p>
        </p:txBody>
      </p:sp>
      <p:sp>
        <p:nvSpPr>
          <p:cNvPr id="26" name="Rectangle 25">
            <a:extLst>
              <a:ext uri="{FF2B5EF4-FFF2-40B4-BE49-F238E27FC236}">
                <a16:creationId xmlns:a16="http://schemas.microsoft.com/office/drawing/2014/main" id="{A0798E8A-A451-2CB3-219C-018845A62852}"/>
              </a:ext>
            </a:extLst>
          </p:cNvPr>
          <p:cNvSpPr/>
          <p:nvPr/>
        </p:nvSpPr>
        <p:spPr>
          <a:xfrm>
            <a:off x="2162300" y="3375061"/>
            <a:ext cx="1151906"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Xpts</a:t>
            </a:r>
            <a:r>
              <a:rPr lang="en-GB" sz="1100" dirty="0"/>
              <a:t>, </a:t>
            </a:r>
            <a:r>
              <a:rPr lang="en-GB" sz="1100" dirty="0" err="1"/>
              <a:t>xmins</a:t>
            </a:r>
            <a:r>
              <a:rPr lang="en-GB" sz="1100" dirty="0"/>
              <a:t>, </a:t>
            </a:r>
            <a:r>
              <a:rPr lang="en-GB" sz="1100" dirty="0" err="1"/>
              <a:t>opp</a:t>
            </a:r>
            <a:endParaRPr lang="en-GB" sz="1100" dirty="0"/>
          </a:p>
        </p:txBody>
      </p:sp>
      <p:sp>
        <p:nvSpPr>
          <p:cNvPr id="28" name="Rectangle 27">
            <a:extLst>
              <a:ext uri="{FF2B5EF4-FFF2-40B4-BE49-F238E27FC236}">
                <a16:creationId xmlns:a16="http://schemas.microsoft.com/office/drawing/2014/main" id="{D4D15657-D6C7-5A09-8A9B-B785AE29106F}"/>
              </a:ext>
            </a:extLst>
          </p:cNvPr>
          <p:cNvSpPr/>
          <p:nvPr/>
        </p:nvSpPr>
        <p:spPr>
          <a:xfrm>
            <a:off x="1176648" y="3429000"/>
            <a:ext cx="1151906"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Xpts</a:t>
            </a:r>
            <a:r>
              <a:rPr lang="en-GB" sz="1100" dirty="0"/>
              <a:t>, </a:t>
            </a:r>
            <a:r>
              <a:rPr lang="en-GB" sz="1100" dirty="0" err="1"/>
              <a:t>xmins</a:t>
            </a:r>
            <a:r>
              <a:rPr lang="en-GB" sz="1100" dirty="0"/>
              <a:t>, </a:t>
            </a:r>
            <a:r>
              <a:rPr lang="en-GB" sz="1100" dirty="0" err="1"/>
              <a:t>opp</a:t>
            </a:r>
            <a:endParaRPr lang="en-GB" sz="1100" dirty="0"/>
          </a:p>
        </p:txBody>
      </p:sp>
      <p:sp>
        <p:nvSpPr>
          <p:cNvPr id="30" name="Rectangle 29">
            <a:extLst>
              <a:ext uri="{FF2B5EF4-FFF2-40B4-BE49-F238E27FC236}">
                <a16:creationId xmlns:a16="http://schemas.microsoft.com/office/drawing/2014/main" id="{172EF9B8-BC05-7845-646F-7F8744A556EF}"/>
              </a:ext>
            </a:extLst>
          </p:cNvPr>
          <p:cNvSpPr/>
          <p:nvPr/>
        </p:nvSpPr>
        <p:spPr>
          <a:xfrm>
            <a:off x="2162300" y="4265709"/>
            <a:ext cx="1151906"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Xpts</a:t>
            </a:r>
            <a:r>
              <a:rPr lang="en-GB" sz="1100" dirty="0"/>
              <a:t>, </a:t>
            </a:r>
            <a:r>
              <a:rPr lang="en-GB" sz="1100" dirty="0" err="1"/>
              <a:t>xmins</a:t>
            </a:r>
            <a:r>
              <a:rPr lang="en-GB" sz="1100" dirty="0"/>
              <a:t>, </a:t>
            </a:r>
            <a:r>
              <a:rPr lang="en-GB" sz="1100" dirty="0" err="1"/>
              <a:t>opp</a:t>
            </a:r>
            <a:endParaRPr lang="en-GB" sz="1100" dirty="0"/>
          </a:p>
        </p:txBody>
      </p:sp>
      <p:sp>
        <p:nvSpPr>
          <p:cNvPr id="32" name="Rectangle 31">
            <a:extLst>
              <a:ext uri="{FF2B5EF4-FFF2-40B4-BE49-F238E27FC236}">
                <a16:creationId xmlns:a16="http://schemas.microsoft.com/office/drawing/2014/main" id="{E16FC103-2C3E-C1AF-C7B8-1688F7076635}"/>
              </a:ext>
            </a:extLst>
          </p:cNvPr>
          <p:cNvSpPr/>
          <p:nvPr/>
        </p:nvSpPr>
        <p:spPr>
          <a:xfrm>
            <a:off x="1176648" y="4280068"/>
            <a:ext cx="1151906"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Xpts</a:t>
            </a:r>
            <a:r>
              <a:rPr lang="en-GB" sz="1100" dirty="0"/>
              <a:t>, </a:t>
            </a:r>
            <a:r>
              <a:rPr lang="en-GB" sz="1100" dirty="0" err="1"/>
              <a:t>xmins</a:t>
            </a:r>
            <a:r>
              <a:rPr lang="en-GB" sz="1100" dirty="0"/>
              <a:t>, </a:t>
            </a:r>
            <a:r>
              <a:rPr lang="en-GB" sz="1100" dirty="0" err="1"/>
              <a:t>opp</a:t>
            </a:r>
            <a:endParaRPr lang="en-GB" sz="1100" dirty="0"/>
          </a:p>
        </p:txBody>
      </p:sp>
      <p:sp>
        <p:nvSpPr>
          <p:cNvPr id="34" name="Rectangle 33">
            <a:extLst>
              <a:ext uri="{FF2B5EF4-FFF2-40B4-BE49-F238E27FC236}">
                <a16:creationId xmlns:a16="http://schemas.microsoft.com/office/drawing/2014/main" id="{28EDA095-4EB1-FC53-D3CD-14EB8F432BBC}"/>
              </a:ext>
            </a:extLst>
          </p:cNvPr>
          <p:cNvSpPr/>
          <p:nvPr/>
        </p:nvSpPr>
        <p:spPr>
          <a:xfrm>
            <a:off x="2162300" y="5146965"/>
            <a:ext cx="1151906"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Xpts</a:t>
            </a:r>
            <a:r>
              <a:rPr lang="en-GB" sz="1100" dirty="0"/>
              <a:t>, </a:t>
            </a:r>
            <a:r>
              <a:rPr lang="en-GB" sz="1100" dirty="0" err="1"/>
              <a:t>xmins</a:t>
            </a:r>
            <a:r>
              <a:rPr lang="en-GB" sz="1100" dirty="0"/>
              <a:t>, </a:t>
            </a:r>
            <a:r>
              <a:rPr lang="en-GB" sz="1100" dirty="0" err="1"/>
              <a:t>opp</a:t>
            </a:r>
            <a:endParaRPr lang="en-GB" sz="1100" dirty="0"/>
          </a:p>
        </p:txBody>
      </p:sp>
      <p:sp>
        <p:nvSpPr>
          <p:cNvPr id="36" name="Rectangle 35">
            <a:extLst>
              <a:ext uri="{FF2B5EF4-FFF2-40B4-BE49-F238E27FC236}">
                <a16:creationId xmlns:a16="http://schemas.microsoft.com/office/drawing/2014/main" id="{B0EB6324-E1E5-26B4-B936-C25B88E9736D}"/>
              </a:ext>
            </a:extLst>
          </p:cNvPr>
          <p:cNvSpPr/>
          <p:nvPr/>
        </p:nvSpPr>
        <p:spPr>
          <a:xfrm>
            <a:off x="1198914" y="5146965"/>
            <a:ext cx="1151906"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Xpts</a:t>
            </a:r>
            <a:r>
              <a:rPr lang="en-GB" sz="1100" dirty="0"/>
              <a:t>, </a:t>
            </a:r>
            <a:r>
              <a:rPr lang="en-GB" sz="1100" dirty="0" err="1"/>
              <a:t>xmins</a:t>
            </a:r>
            <a:r>
              <a:rPr lang="en-GB" sz="1100" dirty="0"/>
              <a:t>, </a:t>
            </a:r>
            <a:r>
              <a:rPr lang="en-GB" sz="1100" dirty="0" err="1"/>
              <a:t>opp</a:t>
            </a:r>
            <a:endParaRPr lang="en-GB" sz="1100" dirty="0"/>
          </a:p>
        </p:txBody>
      </p:sp>
      <p:sp>
        <p:nvSpPr>
          <p:cNvPr id="38" name="Rectangle 37">
            <a:extLst>
              <a:ext uri="{FF2B5EF4-FFF2-40B4-BE49-F238E27FC236}">
                <a16:creationId xmlns:a16="http://schemas.microsoft.com/office/drawing/2014/main" id="{812A3BDC-A521-CC42-3DBB-2FFFA55AC205}"/>
              </a:ext>
            </a:extLst>
          </p:cNvPr>
          <p:cNvSpPr/>
          <p:nvPr/>
        </p:nvSpPr>
        <p:spPr>
          <a:xfrm>
            <a:off x="915391" y="6444329"/>
            <a:ext cx="1151906"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xPts</a:t>
            </a:r>
            <a:r>
              <a:rPr lang="en-GB" sz="1100" dirty="0"/>
              <a:t>, </a:t>
            </a:r>
            <a:r>
              <a:rPr lang="en-GB" sz="1100" dirty="0" err="1"/>
              <a:t>opp</a:t>
            </a:r>
            <a:endParaRPr lang="en-GB" sz="1100" dirty="0"/>
          </a:p>
        </p:txBody>
      </p:sp>
      <p:sp>
        <p:nvSpPr>
          <p:cNvPr id="40" name="Rectangle 39">
            <a:extLst>
              <a:ext uri="{FF2B5EF4-FFF2-40B4-BE49-F238E27FC236}">
                <a16:creationId xmlns:a16="http://schemas.microsoft.com/office/drawing/2014/main" id="{BCAB3D89-8351-BE66-53D3-C8CB2450CF3E}"/>
              </a:ext>
            </a:extLst>
          </p:cNvPr>
          <p:cNvSpPr/>
          <p:nvPr/>
        </p:nvSpPr>
        <p:spPr>
          <a:xfrm>
            <a:off x="2375561" y="6468333"/>
            <a:ext cx="1151906"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err="1"/>
              <a:t>xPts</a:t>
            </a:r>
            <a:r>
              <a:rPr lang="en-GB" sz="1100" dirty="0"/>
              <a:t>, </a:t>
            </a:r>
            <a:r>
              <a:rPr lang="en-GB" sz="1100" dirty="0" err="1"/>
              <a:t>opp</a:t>
            </a:r>
            <a:endParaRPr lang="en-GB" sz="1100" dirty="0"/>
          </a:p>
        </p:txBody>
      </p:sp>
      <p:pic>
        <p:nvPicPr>
          <p:cNvPr id="42" name="Picture 41">
            <a:extLst>
              <a:ext uri="{FF2B5EF4-FFF2-40B4-BE49-F238E27FC236}">
                <a16:creationId xmlns:a16="http://schemas.microsoft.com/office/drawing/2014/main" id="{0278E061-6C06-42BE-B848-12546027EE6D}"/>
              </a:ext>
            </a:extLst>
          </p:cNvPr>
          <p:cNvPicPr>
            <a:picLocks noChangeAspect="1"/>
          </p:cNvPicPr>
          <p:nvPr/>
        </p:nvPicPr>
        <p:blipFill>
          <a:blip r:embed="rId3"/>
          <a:stretch>
            <a:fillRect/>
          </a:stretch>
        </p:blipFill>
        <p:spPr>
          <a:xfrm>
            <a:off x="6046499" y="2090056"/>
            <a:ext cx="4946587" cy="4586346"/>
          </a:xfrm>
          <a:prstGeom prst="rect">
            <a:avLst/>
          </a:prstGeom>
        </p:spPr>
      </p:pic>
      <p:sp>
        <p:nvSpPr>
          <p:cNvPr id="44" name="Rectangle 43">
            <a:extLst>
              <a:ext uri="{FF2B5EF4-FFF2-40B4-BE49-F238E27FC236}">
                <a16:creationId xmlns:a16="http://schemas.microsoft.com/office/drawing/2014/main" id="{62C242DF-9599-F0E2-B879-58144772AB11}"/>
              </a:ext>
            </a:extLst>
          </p:cNvPr>
          <p:cNvSpPr/>
          <p:nvPr/>
        </p:nvSpPr>
        <p:spPr>
          <a:xfrm>
            <a:off x="7416634" y="1652648"/>
            <a:ext cx="3576452"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Filters</a:t>
            </a:r>
          </a:p>
        </p:txBody>
      </p:sp>
      <p:sp>
        <p:nvSpPr>
          <p:cNvPr id="46" name="Rectangle 45">
            <a:extLst>
              <a:ext uri="{FF2B5EF4-FFF2-40B4-BE49-F238E27FC236}">
                <a16:creationId xmlns:a16="http://schemas.microsoft.com/office/drawing/2014/main" id="{594F64A8-6D2B-1E32-1AA1-C1180D941E22}"/>
              </a:ext>
            </a:extLst>
          </p:cNvPr>
          <p:cNvSpPr/>
          <p:nvPr/>
        </p:nvSpPr>
        <p:spPr>
          <a:xfrm>
            <a:off x="6096000" y="1652648"/>
            <a:ext cx="1151906"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Player/Team</a:t>
            </a:r>
          </a:p>
        </p:txBody>
      </p:sp>
    </p:spTree>
    <p:extLst>
      <p:ext uri="{BB962C8B-B14F-4D97-AF65-F5344CB8AC3E}">
        <p14:creationId xmlns:p14="http://schemas.microsoft.com/office/powerpoint/2010/main" val="791145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BB5D1-59DF-FBFA-8572-EC82C1C8924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711344D-3BC9-38C9-1276-9E55BDF3B6F7}"/>
              </a:ext>
            </a:extLst>
          </p:cNvPr>
          <p:cNvSpPr/>
          <p:nvPr/>
        </p:nvSpPr>
        <p:spPr>
          <a:xfrm>
            <a:off x="142504" y="83127"/>
            <a:ext cx="1864426"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FEFL CLUB</a:t>
            </a:r>
          </a:p>
        </p:txBody>
      </p:sp>
      <p:sp>
        <p:nvSpPr>
          <p:cNvPr id="7" name="Rectangle 6">
            <a:extLst>
              <a:ext uri="{FF2B5EF4-FFF2-40B4-BE49-F238E27FC236}">
                <a16:creationId xmlns:a16="http://schemas.microsoft.com/office/drawing/2014/main" id="{44E36B16-C4DF-E990-7034-D3837DB3368A}"/>
              </a:ext>
            </a:extLst>
          </p:cNvPr>
          <p:cNvSpPr/>
          <p:nvPr/>
        </p:nvSpPr>
        <p:spPr>
          <a:xfrm>
            <a:off x="6031180"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Player Projections</a:t>
            </a:r>
          </a:p>
        </p:txBody>
      </p:sp>
      <p:sp>
        <p:nvSpPr>
          <p:cNvPr id="9" name="Rectangle 8">
            <a:extLst>
              <a:ext uri="{FF2B5EF4-FFF2-40B4-BE49-F238E27FC236}">
                <a16:creationId xmlns:a16="http://schemas.microsoft.com/office/drawing/2014/main" id="{4DC0B8BB-F606-7645-E659-8B66B816831F}"/>
              </a:ext>
            </a:extLst>
          </p:cNvPr>
          <p:cNvSpPr/>
          <p:nvPr/>
        </p:nvSpPr>
        <p:spPr>
          <a:xfrm>
            <a:off x="4166754" y="83127"/>
            <a:ext cx="1864426"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Team Planner</a:t>
            </a:r>
          </a:p>
        </p:txBody>
      </p:sp>
      <p:sp>
        <p:nvSpPr>
          <p:cNvPr id="11" name="Rectangle 10">
            <a:extLst>
              <a:ext uri="{FF2B5EF4-FFF2-40B4-BE49-F238E27FC236}">
                <a16:creationId xmlns:a16="http://schemas.microsoft.com/office/drawing/2014/main" id="{1D642F10-D747-24F7-3617-A9A678208F4D}"/>
              </a:ext>
            </a:extLst>
          </p:cNvPr>
          <p:cNvSpPr/>
          <p:nvPr/>
        </p:nvSpPr>
        <p:spPr>
          <a:xfrm>
            <a:off x="7992587"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Team Projections</a:t>
            </a:r>
          </a:p>
        </p:txBody>
      </p:sp>
      <p:sp>
        <p:nvSpPr>
          <p:cNvPr id="13" name="Rectangle 12">
            <a:extLst>
              <a:ext uri="{FF2B5EF4-FFF2-40B4-BE49-F238E27FC236}">
                <a16:creationId xmlns:a16="http://schemas.microsoft.com/office/drawing/2014/main" id="{7FC596D5-8700-E8DC-81BE-BD87568F8542}"/>
              </a:ext>
            </a:extLst>
          </p:cNvPr>
          <p:cNvSpPr/>
          <p:nvPr/>
        </p:nvSpPr>
        <p:spPr>
          <a:xfrm>
            <a:off x="9953994"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Historical Data</a:t>
            </a:r>
          </a:p>
        </p:txBody>
      </p:sp>
      <p:pic>
        <p:nvPicPr>
          <p:cNvPr id="42" name="Picture 41">
            <a:extLst>
              <a:ext uri="{FF2B5EF4-FFF2-40B4-BE49-F238E27FC236}">
                <a16:creationId xmlns:a16="http://schemas.microsoft.com/office/drawing/2014/main" id="{CDBE15C5-A9D0-FC88-7B63-52971DFA1BE7}"/>
              </a:ext>
            </a:extLst>
          </p:cNvPr>
          <p:cNvPicPr>
            <a:picLocks noChangeAspect="1"/>
          </p:cNvPicPr>
          <p:nvPr/>
        </p:nvPicPr>
        <p:blipFill>
          <a:blip r:embed="rId2"/>
          <a:stretch>
            <a:fillRect/>
          </a:stretch>
        </p:blipFill>
        <p:spPr>
          <a:xfrm>
            <a:off x="429470" y="2066305"/>
            <a:ext cx="4946587" cy="4586346"/>
          </a:xfrm>
          <a:prstGeom prst="rect">
            <a:avLst/>
          </a:prstGeom>
        </p:spPr>
      </p:pic>
      <p:sp>
        <p:nvSpPr>
          <p:cNvPr id="44" name="Rectangle 43">
            <a:extLst>
              <a:ext uri="{FF2B5EF4-FFF2-40B4-BE49-F238E27FC236}">
                <a16:creationId xmlns:a16="http://schemas.microsoft.com/office/drawing/2014/main" id="{F65CA142-6DBD-99A4-AC2B-7E4A31E7972C}"/>
              </a:ext>
            </a:extLst>
          </p:cNvPr>
          <p:cNvSpPr/>
          <p:nvPr/>
        </p:nvSpPr>
        <p:spPr>
          <a:xfrm>
            <a:off x="429470" y="1638792"/>
            <a:ext cx="4946587"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Filters</a:t>
            </a:r>
          </a:p>
        </p:txBody>
      </p:sp>
      <p:sp>
        <p:nvSpPr>
          <p:cNvPr id="3" name="Rectangle 2">
            <a:extLst>
              <a:ext uri="{FF2B5EF4-FFF2-40B4-BE49-F238E27FC236}">
                <a16:creationId xmlns:a16="http://schemas.microsoft.com/office/drawing/2014/main" id="{D9385A2E-9602-692A-B12A-A3129BF5ACF6}"/>
              </a:ext>
            </a:extLst>
          </p:cNvPr>
          <p:cNvSpPr/>
          <p:nvPr/>
        </p:nvSpPr>
        <p:spPr>
          <a:xfrm>
            <a:off x="8311241" y="2385947"/>
            <a:ext cx="3285506" cy="409798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Player Breakdown: </a:t>
            </a:r>
          </a:p>
          <a:p>
            <a:pPr algn="ctr"/>
            <a:r>
              <a:rPr lang="en-GB" sz="1100" dirty="0" err="1"/>
              <a:t>Xpts</a:t>
            </a:r>
            <a:r>
              <a:rPr lang="en-GB" sz="1100" dirty="0"/>
              <a:t>, </a:t>
            </a:r>
            <a:r>
              <a:rPr lang="en-GB" sz="1100" dirty="0" err="1"/>
              <a:t>xints</a:t>
            </a:r>
            <a:r>
              <a:rPr lang="en-GB" sz="1100" dirty="0"/>
              <a:t>, </a:t>
            </a:r>
            <a:r>
              <a:rPr lang="en-GB" sz="1100" dirty="0" err="1"/>
              <a:t>xg</a:t>
            </a:r>
            <a:r>
              <a:rPr lang="en-GB" sz="1100" dirty="0"/>
              <a:t>, xa, </a:t>
            </a:r>
            <a:r>
              <a:rPr lang="en-GB" sz="1100" dirty="0" err="1"/>
              <a:t>xclears</a:t>
            </a:r>
            <a:r>
              <a:rPr lang="en-GB" sz="1100" dirty="0"/>
              <a:t>, </a:t>
            </a:r>
            <a:r>
              <a:rPr lang="en-GB" sz="1100" dirty="0" err="1"/>
              <a:t>xtackles</a:t>
            </a:r>
            <a:r>
              <a:rPr lang="en-GB" sz="1100" dirty="0"/>
              <a:t> etc </a:t>
            </a:r>
            <a:r>
              <a:rPr lang="en-GB" sz="1100" dirty="0" err="1"/>
              <a:t>etc</a:t>
            </a:r>
            <a:r>
              <a:rPr lang="en-GB" sz="1100" dirty="0"/>
              <a:t> whatever is relevant to their position – able to override these also</a:t>
            </a:r>
          </a:p>
          <a:p>
            <a:pPr algn="ctr"/>
            <a:endParaRPr lang="en-GB" sz="1100" dirty="0"/>
          </a:p>
          <a:p>
            <a:pPr algn="ctr"/>
            <a:r>
              <a:rPr lang="en-GB" sz="1100" dirty="0"/>
              <a:t>Maybe a section to load historical player overrides</a:t>
            </a:r>
          </a:p>
          <a:p>
            <a:pPr algn="ctr"/>
            <a:endParaRPr lang="en-GB" sz="1100" dirty="0"/>
          </a:p>
          <a:p>
            <a:pPr algn="ctr"/>
            <a:r>
              <a:rPr lang="en-GB" sz="1100" dirty="0"/>
              <a:t>When you edit </a:t>
            </a:r>
            <a:r>
              <a:rPr lang="en-GB" sz="1100" dirty="0" err="1"/>
              <a:t>xmins</a:t>
            </a:r>
            <a:r>
              <a:rPr lang="en-GB" sz="1100" dirty="0"/>
              <a:t>, it then maybe auto adjusts other players on his team in his position?</a:t>
            </a:r>
          </a:p>
          <a:p>
            <a:pPr algn="ctr"/>
            <a:endParaRPr lang="en-GB" sz="1100" dirty="0"/>
          </a:p>
        </p:txBody>
      </p:sp>
    </p:spTree>
    <p:extLst>
      <p:ext uri="{BB962C8B-B14F-4D97-AF65-F5344CB8AC3E}">
        <p14:creationId xmlns:p14="http://schemas.microsoft.com/office/powerpoint/2010/main" val="22888440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FD031-7A33-71D3-49EA-D5B5557468A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907C35E-323D-FEDD-2B25-2D08E5919BBD}"/>
              </a:ext>
            </a:extLst>
          </p:cNvPr>
          <p:cNvSpPr/>
          <p:nvPr/>
        </p:nvSpPr>
        <p:spPr>
          <a:xfrm>
            <a:off x="142504" y="83127"/>
            <a:ext cx="1864426"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FEFL CLUB</a:t>
            </a:r>
          </a:p>
        </p:txBody>
      </p:sp>
      <p:sp>
        <p:nvSpPr>
          <p:cNvPr id="7" name="Rectangle 6">
            <a:extLst>
              <a:ext uri="{FF2B5EF4-FFF2-40B4-BE49-F238E27FC236}">
                <a16:creationId xmlns:a16="http://schemas.microsoft.com/office/drawing/2014/main" id="{2981E86B-B19E-3B02-014E-2841C6715F94}"/>
              </a:ext>
            </a:extLst>
          </p:cNvPr>
          <p:cNvSpPr/>
          <p:nvPr/>
        </p:nvSpPr>
        <p:spPr>
          <a:xfrm>
            <a:off x="6031180"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Player Projections</a:t>
            </a:r>
          </a:p>
        </p:txBody>
      </p:sp>
      <p:sp>
        <p:nvSpPr>
          <p:cNvPr id="9" name="Rectangle 8">
            <a:extLst>
              <a:ext uri="{FF2B5EF4-FFF2-40B4-BE49-F238E27FC236}">
                <a16:creationId xmlns:a16="http://schemas.microsoft.com/office/drawing/2014/main" id="{3F1BB46A-A2AE-4CDE-71DA-A26DBD8187DE}"/>
              </a:ext>
            </a:extLst>
          </p:cNvPr>
          <p:cNvSpPr/>
          <p:nvPr/>
        </p:nvSpPr>
        <p:spPr>
          <a:xfrm>
            <a:off x="4166754" y="83127"/>
            <a:ext cx="1864426"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Team Planner</a:t>
            </a:r>
          </a:p>
        </p:txBody>
      </p:sp>
      <p:sp>
        <p:nvSpPr>
          <p:cNvPr id="11" name="Rectangle 10">
            <a:extLst>
              <a:ext uri="{FF2B5EF4-FFF2-40B4-BE49-F238E27FC236}">
                <a16:creationId xmlns:a16="http://schemas.microsoft.com/office/drawing/2014/main" id="{8DA16522-569E-30F9-DF8B-9B7A8ED96BBF}"/>
              </a:ext>
            </a:extLst>
          </p:cNvPr>
          <p:cNvSpPr/>
          <p:nvPr/>
        </p:nvSpPr>
        <p:spPr>
          <a:xfrm>
            <a:off x="7992587"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Team Projections</a:t>
            </a:r>
          </a:p>
        </p:txBody>
      </p:sp>
      <p:sp>
        <p:nvSpPr>
          <p:cNvPr id="13" name="Rectangle 12">
            <a:extLst>
              <a:ext uri="{FF2B5EF4-FFF2-40B4-BE49-F238E27FC236}">
                <a16:creationId xmlns:a16="http://schemas.microsoft.com/office/drawing/2014/main" id="{A8B577E9-5AEE-8E6B-28FC-4A5D11A709E1}"/>
              </a:ext>
            </a:extLst>
          </p:cNvPr>
          <p:cNvSpPr/>
          <p:nvPr/>
        </p:nvSpPr>
        <p:spPr>
          <a:xfrm>
            <a:off x="9953994"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Historical Data</a:t>
            </a:r>
          </a:p>
        </p:txBody>
      </p:sp>
      <p:sp>
        <p:nvSpPr>
          <p:cNvPr id="44" name="Rectangle 43">
            <a:extLst>
              <a:ext uri="{FF2B5EF4-FFF2-40B4-BE49-F238E27FC236}">
                <a16:creationId xmlns:a16="http://schemas.microsoft.com/office/drawing/2014/main" id="{D0D1DD34-3C89-E9D4-7F40-7ABBA3FEBBE6}"/>
              </a:ext>
            </a:extLst>
          </p:cNvPr>
          <p:cNvSpPr/>
          <p:nvPr/>
        </p:nvSpPr>
        <p:spPr>
          <a:xfrm>
            <a:off x="429470" y="1699315"/>
            <a:ext cx="4946587" cy="3048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Filters – here is each teams </a:t>
            </a:r>
            <a:r>
              <a:rPr lang="en-GB" sz="1100" dirty="0" err="1"/>
              <a:t>xpoints</a:t>
            </a:r>
            <a:r>
              <a:rPr lang="en-GB" sz="1100" dirty="0"/>
              <a:t>, their oppo etc </a:t>
            </a:r>
          </a:p>
        </p:txBody>
      </p:sp>
      <p:sp>
        <p:nvSpPr>
          <p:cNvPr id="3" name="Rectangle 2">
            <a:extLst>
              <a:ext uri="{FF2B5EF4-FFF2-40B4-BE49-F238E27FC236}">
                <a16:creationId xmlns:a16="http://schemas.microsoft.com/office/drawing/2014/main" id="{C3F37777-340E-B7C4-E77B-0EAEE237C6E2}"/>
              </a:ext>
            </a:extLst>
          </p:cNvPr>
          <p:cNvSpPr/>
          <p:nvPr/>
        </p:nvSpPr>
        <p:spPr>
          <a:xfrm>
            <a:off x="9084623" y="2089062"/>
            <a:ext cx="2947056" cy="43473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Projections of when you would likely end up picking each team over the course of the season, based on backend odds for every single </a:t>
            </a:r>
            <a:r>
              <a:rPr lang="en-GB" sz="1100" dirty="0" err="1"/>
              <a:t>gameweek</a:t>
            </a:r>
            <a:endParaRPr lang="en-GB" sz="1100" dirty="0"/>
          </a:p>
          <a:p>
            <a:pPr algn="ctr"/>
            <a:endParaRPr lang="en-GB" sz="1100" dirty="0"/>
          </a:p>
        </p:txBody>
      </p:sp>
      <p:pic>
        <p:nvPicPr>
          <p:cNvPr id="4" name="Picture 3">
            <a:extLst>
              <a:ext uri="{FF2B5EF4-FFF2-40B4-BE49-F238E27FC236}">
                <a16:creationId xmlns:a16="http://schemas.microsoft.com/office/drawing/2014/main" id="{D4F05AEB-DDD3-6344-1C5A-01D70508A00D}"/>
              </a:ext>
            </a:extLst>
          </p:cNvPr>
          <p:cNvPicPr>
            <a:picLocks noChangeAspect="1"/>
          </p:cNvPicPr>
          <p:nvPr/>
        </p:nvPicPr>
        <p:blipFill>
          <a:blip r:embed="rId2"/>
          <a:stretch>
            <a:fillRect/>
          </a:stretch>
        </p:blipFill>
        <p:spPr>
          <a:xfrm>
            <a:off x="429470" y="2004115"/>
            <a:ext cx="4946587" cy="4678583"/>
          </a:xfrm>
          <a:prstGeom prst="rect">
            <a:avLst/>
          </a:prstGeom>
        </p:spPr>
      </p:pic>
      <p:sp>
        <p:nvSpPr>
          <p:cNvPr id="8" name="Rectangle 7">
            <a:extLst>
              <a:ext uri="{FF2B5EF4-FFF2-40B4-BE49-F238E27FC236}">
                <a16:creationId xmlns:a16="http://schemas.microsoft.com/office/drawing/2014/main" id="{9C8E0F2B-B872-0999-996E-04DD0E77CD77}"/>
              </a:ext>
            </a:extLst>
          </p:cNvPr>
          <p:cNvSpPr/>
          <p:nvPr/>
        </p:nvSpPr>
        <p:spPr>
          <a:xfrm>
            <a:off x="5756812" y="2089061"/>
            <a:ext cx="2947056" cy="434736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100" dirty="0"/>
              <a:t>Team breakdown when click on them – </a:t>
            </a:r>
            <a:r>
              <a:rPr lang="en-GB" sz="1100" dirty="0" err="1"/>
              <a:t>eg</a:t>
            </a:r>
            <a:r>
              <a:rPr lang="en-GB" sz="1100" dirty="0"/>
              <a:t> cs odds, 2+ goals etc </a:t>
            </a:r>
            <a:r>
              <a:rPr lang="en-GB" sz="1100" dirty="0" err="1"/>
              <a:t>etc</a:t>
            </a:r>
            <a:r>
              <a:rPr lang="en-GB" sz="1100" dirty="0"/>
              <a:t> – then if it’s a double </a:t>
            </a:r>
            <a:r>
              <a:rPr lang="en-GB" sz="1100" dirty="0" err="1"/>
              <a:t>gameweek</a:t>
            </a:r>
            <a:r>
              <a:rPr lang="en-GB" sz="1100" dirty="0"/>
              <a:t> you can edit inputs or it shows you the inputs again</a:t>
            </a:r>
          </a:p>
        </p:txBody>
      </p:sp>
    </p:spTree>
    <p:extLst>
      <p:ext uri="{BB962C8B-B14F-4D97-AF65-F5344CB8AC3E}">
        <p14:creationId xmlns:p14="http://schemas.microsoft.com/office/powerpoint/2010/main" val="24024129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78EE2-8DDA-CB86-1F0E-C6A7948A7A8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B595AD66-5C4D-8DC5-C922-146E64D93870}"/>
              </a:ext>
            </a:extLst>
          </p:cNvPr>
          <p:cNvSpPr/>
          <p:nvPr/>
        </p:nvSpPr>
        <p:spPr>
          <a:xfrm>
            <a:off x="142504" y="83127"/>
            <a:ext cx="1864426"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FEFL CLUB</a:t>
            </a:r>
          </a:p>
        </p:txBody>
      </p:sp>
      <p:sp>
        <p:nvSpPr>
          <p:cNvPr id="7" name="Rectangle 6">
            <a:extLst>
              <a:ext uri="{FF2B5EF4-FFF2-40B4-BE49-F238E27FC236}">
                <a16:creationId xmlns:a16="http://schemas.microsoft.com/office/drawing/2014/main" id="{8672FB6C-FB62-F077-7FDE-1A06932DEFF6}"/>
              </a:ext>
            </a:extLst>
          </p:cNvPr>
          <p:cNvSpPr/>
          <p:nvPr/>
        </p:nvSpPr>
        <p:spPr>
          <a:xfrm>
            <a:off x="6031180"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Player Projections</a:t>
            </a:r>
          </a:p>
        </p:txBody>
      </p:sp>
      <p:sp>
        <p:nvSpPr>
          <p:cNvPr id="9" name="Rectangle 8">
            <a:extLst>
              <a:ext uri="{FF2B5EF4-FFF2-40B4-BE49-F238E27FC236}">
                <a16:creationId xmlns:a16="http://schemas.microsoft.com/office/drawing/2014/main" id="{674EA505-2018-CCC7-32F8-E2CFBCEB8568}"/>
              </a:ext>
            </a:extLst>
          </p:cNvPr>
          <p:cNvSpPr/>
          <p:nvPr/>
        </p:nvSpPr>
        <p:spPr>
          <a:xfrm>
            <a:off x="4166754" y="83127"/>
            <a:ext cx="1864426"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Team Planner</a:t>
            </a:r>
          </a:p>
        </p:txBody>
      </p:sp>
      <p:sp>
        <p:nvSpPr>
          <p:cNvPr id="11" name="Rectangle 10">
            <a:extLst>
              <a:ext uri="{FF2B5EF4-FFF2-40B4-BE49-F238E27FC236}">
                <a16:creationId xmlns:a16="http://schemas.microsoft.com/office/drawing/2014/main" id="{F273F41D-78DB-D191-6E57-C52D14BAECA0}"/>
              </a:ext>
            </a:extLst>
          </p:cNvPr>
          <p:cNvSpPr/>
          <p:nvPr/>
        </p:nvSpPr>
        <p:spPr>
          <a:xfrm>
            <a:off x="7992587"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Team Projections</a:t>
            </a:r>
          </a:p>
        </p:txBody>
      </p:sp>
      <p:sp>
        <p:nvSpPr>
          <p:cNvPr id="13" name="Rectangle 12">
            <a:extLst>
              <a:ext uri="{FF2B5EF4-FFF2-40B4-BE49-F238E27FC236}">
                <a16:creationId xmlns:a16="http://schemas.microsoft.com/office/drawing/2014/main" id="{DE6EA8C9-E2F9-5A2A-0617-011E381F09E4}"/>
              </a:ext>
            </a:extLst>
          </p:cNvPr>
          <p:cNvSpPr/>
          <p:nvPr/>
        </p:nvSpPr>
        <p:spPr>
          <a:xfrm>
            <a:off x="9953994" y="83127"/>
            <a:ext cx="1961407" cy="5700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Historical Data</a:t>
            </a:r>
          </a:p>
        </p:txBody>
      </p:sp>
      <p:sp>
        <p:nvSpPr>
          <p:cNvPr id="2" name="Rectangle 1">
            <a:extLst>
              <a:ext uri="{FF2B5EF4-FFF2-40B4-BE49-F238E27FC236}">
                <a16:creationId xmlns:a16="http://schemas.microsoft.com/office/drawing/2014/main" id="{7C66F5BE-73A9-2951-8638-8BE541117803}"/>
              </a:ext>
            </a:extLst>
          </p:cNvPr>
          <p:cNvSpPr/>
          <p:nvPr/>
        </p:nvSpPr>
        <p:spPr>
          <a:xfrm>
            <a:off x="3230088" y="1448790"/>
            <a:ext cx="4536374" cy="513014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Be able to load up past data for any player in the game – what they were projected in a </a:t>
            </a:r>
            <a:r>
              <a:rPr lang="en-GB" dirty="0" err="1"/>
              <a:t>gameweek</a:t>
            </a:r>
            <a:r>
              <a:rPr lang="en-GB" dirty="0"/>
              <a:t>, their breakdown, how many points they actually ended up scoring? See how model compares to actual results for each metric. This is to track accuracy of our forecasting for individual player stats</a:t>
            </a:r>
          </a:p>
          <a:p>
            <a:pPr algn="ctr"/>
            <a:endParaRPr lang="en-GB" dirty="0"/>
          </a:p>
          <a:p>
            <a:pPr algn="ctr"/>
            <a:r>
              <a:rPr lang="en-GB" dirty="0"/>
              <a:t>Maybe able to suggest the best ways to evaluate our processes and how to improve them as we get more and more data</a:t>
            </a:r>
          </a:p>
        </p:txBody>
      </p:sp>
    </p:spTree>
    <p:extLst>
      <p:ext uri="{BB962C8B-B14F-4D97-AF65-F5344CB8AC3E}">
        <p14:creationId xmlns:p14="http://schemas.microsoft.com/office/powerpoint/2010/main" val="14820791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88</TotalTime>
  <Words>294</Words>
  <Application>Microsoft Office PowerPoint</Application>
  <PresentationFormat>Widescreen</PresentationFormat>
  <Paragraphs>45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Aptos Display</vt:lpstr>
      <vt:lpstr>Arial</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Klincewicz</dc:creator>
  <cp:lastModifiedBy>Luke Klincewicz</cp:lastModifiedBy>
  <cp:revision>1</cp:revision>
  <dcterms:created xsi:type="dcterms:W3CDTF">2026-08-08T18:10:36Z</dcterms:created>
  <dcterms:modified xsi:type="dcterms:W3CDTF">2026-08-08T19:38:46Z</dcterms:modified>
</cp:coreProperties>
</file>